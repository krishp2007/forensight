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Metric</c:v>
                </c:pt>
              </c:strCache>
            </c:strRef>
          </c:tx>
          <c:spPr>
            <a:solidFill>
              <a:srgbClr val="A68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320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80</c:v>
                </c:pt>
                <c:pt idx="2">
                  <c:v>52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320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26B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2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26B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23201C"/>
            </a:solidFill>
            <a:ln w="31750" cap="flat">
              <a:solidFill>
                <a:srgbClr val="2320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3201C"/>
              </a:solidFill>
              <a:ln w="9525" cap="flat">
                <a:solidFill>
                  <a:srgbClr val="2320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22</c:v>
                </c:pt>
                <c:pt idx="2">
                  <c:v>18</c:v>
                </c:pt>
                <c:pt idx="3">
                  <c:v>30</c:v>
                </c:pt>
                <c:pt idx="4">
                  <c:v>26</c:v>
                </c:pt>
                <c:pt idx="5">
                  <c:v>38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26B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2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26B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70248" y="2011680"/>
            <a:ext cx="3657600" cy="27432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945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TEMPLATE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Presentation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2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editorial layout for a considered, elegant project review.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84648" y="4434840"/>
            <a:ext cx="1828800" cy="18288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617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 ·  Prof. Vishal Acharya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&amp; problem the project solves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1031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086600" y="21214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8660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components fit together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297180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54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Diagram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538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process flow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154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86600" y="3172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538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&amp; relationships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00200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Diagram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 &amp; relationships (ER)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507492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206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086600" y="4224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Diagram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4590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processing pipeline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09360" y="507492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257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00200" y="5276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/ Results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00200" y="5641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&amp; metrics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612648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5257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086600" y="5276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56418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09360" y="6126480"/>
            <a:ext cx="5120640" cy="10973"/>
          </a:xfrm>
          <a:prstGeom prst="rect">
            <a:avLst/>
          </a:prstGeom>
          <a:solidFill>
            <a:srgbClr val="D8D2C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clearly what the project aims to achieve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what real issue does it solve?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Goal: what will the system do (one line)?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key features / modules included.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Users: who benefits from it?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Outcome: the measurable end result.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29400" y="2194560"/>
            <a:ext cx="18288" cy="3291840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8" name="Text 6"/>
          <p:cNvSpPr/>
          <p:nvPr/>
        </p:nvSpPr>
        <p:spPr>
          <a:xfrm>
            <a:off x="6903720" y="21488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WELL-FORMED OBJECTIVE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903720" y="2560320"/>
            <a:ext cx="4297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"To design and develop a [type] system that [does what] for [target users], improving [benefit] and reducing [pain point]."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layers &amp; components connect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67665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7" name="Image 0" descr="img/midnight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3029" y="2057400"/>
            <a:ext cx="4966422" cy="4023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219456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project as layers: UI → Backend → Logic → Data.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each real component (framework, service, DB).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arrows for data flow.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 external APIs if any.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Diagram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step-by-step process a user/data follows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204264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7" name="Image 0" descr="img/midnight/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10332720" cy="16768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328646"/>
            <a:ext cx="10241280" cy="21635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from start (input) to end (output).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box = one action or stage.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decision points where the flow branches.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it left-to-right, easy to follow.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objects, attributes &amp; relationships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7" name="Image 0" descr="img/midnight/clas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652" y="2194560"/>
            <a:ext cx="9794216" cy="3017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6692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box = a class: attributes (top), methods (bottom).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show relationships (has, contains, uses).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cardinality (1, 1..*).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for the OO design of the app.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Diagram (ER)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keys &amp; relationships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33110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7" name="Image 0" descr="img/midnight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10332720" cy="29453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5597068"/>
            <a:ext cx="10241280" cy="895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box = a table with PK &amp; FK.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Lines show relationships: 1:1, 1:N, N:M.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the important columns.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Mirrors the real database schema.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Diagram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data moves &amp; is processed end-to-end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10515600" cy="2119837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pic>
        <p:nvPicPr>
          <p:cNvPr id="7" name="Image 0" descr="img/midnight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10332720" cy="17540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405837"/>
            <a:ext cx="10241280" cy="20864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Stages: collect → clean → store → process → output.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for ML / data / ETL projects.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feedback/monitoring loop.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stage maps to a real project step.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/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outcomes with clear, editable charts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960120" y="22402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205740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solid"/>
          </a:ln>
        </p:spPr>
      </p:sp>
      <p:graphicFrame>
        <p:nvGraphicFramePr>
          <p:cNvPr id="9" name="Chart 1" descr=""/>
          <p:cNvGraphicFramePr/>
          <p:nvPr/>
        </p:nvGraphicFramePr>
        <p:xfrm>
          <a:off x="6446520" y="2240280"/>
          <a:ext cx="47548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Screenshots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final project screenshots here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screen /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09360" y="2331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3063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34015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in action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367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/ report 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406908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309360" y="4297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0936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53675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highlight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822960" cy="32004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035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68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4672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5361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project can grow beyond this version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&amp; Cloud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cloud, handle more users &amp; data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32918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3484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AI/ML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434840" y="3017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models, improve accuracy, real-time predictions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34840" y="3840480"/>
            <a:ext cx="32918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0467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046720" y="3017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Android / iOS companion app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3840480"/>
            <a:ext cx="32918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2296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external APIs, payments, notifications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806440"/>
            <a:ext cx="32918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3484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43484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dashboards &amp; reporting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5806440"/>
            <a:ext cx="3291840" cy="10973"/>
          </a:xfrm>
          <a:prstGeom prst="rect">
            <a:avLst/>
          </a:prstGeom>
          <a:solidFill>
            <a:srgbClr val="D8D2C4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68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46720" y="4617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046720" y="4983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access, auditing, compliance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5806440"/>
            <a:ext cx="3291840" cy="10973"/>
          </a:xfrm>
          <a:prstGeom prst="rect">
            <a:avLst/>
          </a:prstGeom>
          <a:solidFill>
            <a:srgbClr val="D8D2C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2743200"/>
            <a:ext cx="1828800" cy="27432"/>
          </a:xfrm>
          <a:prstGeom prst="rect">
            <a:avLst/>
          </a:prstGeom>
          <a:solidFill>
            <a:srgbClr val="A680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3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26B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 ·  Prof. Vishal Acharya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— Editorial</dc:title>
  <dc:subject>PptxGenJS Presentation</dc:subject>
  <dc:creator>PptxGenJS</dc:creator>
  <cp:lastModifiedBy>PptxGenJS</cp:lastModifiedBy>
  <cp:revision>1</cp:revision>
  <dcterms:created xsi:type="dcterms:W3CDTF">2026-07-05T13:21:10Z</dcterms:created>
  <dcterms:modified xsi:type="dcterms:W3CDTF">2026-07-05T13:21:10Z</dcterms:modified>
</cp:coreProperties>
</file>